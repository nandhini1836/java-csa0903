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72" r:id="rId4"/>
    <p:sldId id="270" r:id="rId5"/>
    <p:sldId id="273" r:id="rId6"/>
    <p:sldId id="294" r:id="rId7"/>
    <p:sldId id="274" r:id="rId8"/>
    <p:sldId id="288" r:id="rId9"/>
    <p:sldId id="289" r:id="rId10"/>
    <p:sldId id="291" r:id="rId11"/>
    <p:sldId id="293" r:id="rId12"/>
    <p:sldId id="295" r:id="rId13"/>
    <p:sldId id="296" r:id="rId14"/>
    <p:sldId id="29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91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8F35E-5035-4177-8BAA-E8EE5CAE70F0}" v="8" dt="2026-08-26T05:41:55.2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6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332B4-AA17-49B5-A59B-9BB651814490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AE0FB-7AB6-40A4-90C9-5F94C275D9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809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AE0FB-7AB6-40A4-90C9-5F94C275D91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505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nlinelibrary.wiley.com/doi/full/10.1111/itor.13543?utm_source=chatgpt.com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pubmed.ncbi.nlm.nih.gov/40024032/?utm_source=chatgpt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mdpi.com/2227-9717/13/8/2419?utm_source=chatgpt.com" TargetMode="External"/><Relationship Id="rId5" Type="http://schemas.openxmlformats.org/officeDocument/2006/relationships/hyperlink" Target="https://doi.org/10.5281/zenodo.10643309?utm_source=chatgpt.com" TargetMode="External"/><Relationship Id="rId10" Type="http://schemas.openxmlformats.org/officeDocument/2006/relationships/hyperlink" Target="https://www.sciencedirect.com/science/article/pii/S0038012126000947?utm_source=chatgpt.com" TargetMode="External"/><Relationship Id="rId4" Type="http://schemas.openxmlformats.org/officeDocument/2006/relationships/hyperlink" Target="https://www.sciencedirect.com/science/article/pii/S0956053X23007882?utm_source=chatgpt.com" TargetMode="External"/><Relationship Id="rId9" Type="http://schemas.openxmlformats.org/officeDocument/2006/relationships/hyperlink" Target="https://www.aijfr.com/research-paper.php?id=4856&amp;utm_source=chatgpt.co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1596" y="633335"/>
            <a:ext cx="9144000" cy="109654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2690" y="63333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  <p:sp>
        <p:nvSpPr>
          <p:cNvPr id="6" name="Subtitle 2"/>
          <p:cNvSpPr txBox="1"/>
          <p:nvPr/>
        </p:nvSpPr>
        <p:spPr>
          <a:xfrm>
            <a:off x="6763008" y="4800761"/>
            <a:ext cx="5148576" cy="1561339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192425069	MANDEM NANDHINI</a:t>
            </a:r>
          </a:p>
          <a:p>
            <a:pPr algn="l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192511420	D MAHA LAKSHMI </a:t>
            </a:r>
          </a:p>
          <a:p>
            <a:pPr algn="l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192472318	GADIPUTIKOTLA VYSHNAVI </a:t>
            </a:r>
          </a:p>
          <a:p>
            <a:pPr algn="l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192325140	MALLIKE REDDY JAYASREE</a:t>
            </a:r>
          </a:p>
          <a:p>
            <a:pPr algn="l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192421158	MONIKA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2145" y="4384040"/>
            <a:ext cx="3729990" cy="1656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/>
              <a:t>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Dr.Magesh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9140" y="2352675"/>
            <a:ext cx="8843645" cy="967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500" b="1" dirty="0">
                <a:solidFill>
                  <a:schemeClr val="accent1"/>
                </a:solidFill>
              </a:rPr>
              <a:t>Intelligent Food Redistribution and Waste Reduction Network</a:t>
            </a:r>
            <a:endParaRPr lang="en-IN" sz="4000" dirty="0"/>
          </a:p>
          <a:p>
            <a:endParaRPr lang="en-IN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6763008" y="4339096"/>
            <a:ext cx="4181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976" y="452284"/>
            <a:ext cx="8596668" cy="13208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642620" y="2320925"/>
            <a:ext cx="10429875" cy="181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97280" y="1663902"/>
            <a:ext cx="10515761" cy="44639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097279" y="3267997"/>
            <a:ext cx="105157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085403" y="1718567"/>
            <a:ext cx="105276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Food Redistribution and Waste Reduction Network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platform designed to bridge the gap between food donors and beneficiaries.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donors to register surplus food and allows NGOs, food banks, and volunteers to receive and distribute it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used to match donors with the most suitable recipients based on factors such as location, food type, quantity, urgency, and expiry time.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and automated notifications improve transparency and ensure timely food collection and delivery.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also monitors food quality and expiry details to ensure that only safe and consumable food is distributed.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66" y="301668"/>
            <a:ext cx="8596668" cy="132080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570" y="272316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097280" y="2116359"/>
            <a:ext cx="10695253" cy="3373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food donors with people who need food using an AI-based matching system.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food waste by collecting and distributing surplus food before it expires.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food donations in real time from donation to delivery.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food safety by checking expiry dates and food quality before distribution.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delivery routes so food reaches recipients quickly and with lower transportation costs.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send automatic notifications to donors, volunteers, and recipients about donation and delivery updates.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encourage community participation by providing an easy-to-use platform for individuals and organizations to donate surplus food.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1119" y="273911"/>
            <a:ext cx="10058400" cy="1450757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23790" y="1831415"/>
            <a:ext cx="10796907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quantities of edible food are wasted every day by restaurants, hotels, supermarkets, and households.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 of people continue to suffer from hunger and food insecurity despite the availability of surplus food.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food donation systems are often manual, unorganized, and inefficient, causing delays in food distribution.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intelligent mechanism to match food donors with the nearest and most suitable recipients in real time.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coordination between donors, NGOs, volunteers, and beneficiaries results in missed donation opportunities.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23790" y="4286993"/>
            <a:ext cx="10654961" cy="2048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Perishable food often expires before it can be collected and distributed.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lack real-time tracking of food donations, pickup, delivery, and distribution status.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safety is difficult to ensure due to inadequate monitoring of expiry dates, storage conditions, and food quality.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5800AB-77A1-2E22-BAE0-62B3C69A0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393405"/>
            <a:ext cx="10308619" cy="575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682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551" y="1500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solidFill>
                  <a:srgbClr val="7030A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" y="286603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3422" y="355600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2861187" y="1186716"/>
            <a:ext cx="61648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D941FC-DC2F-D912-2648-F40F01AB8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54518"/>
              </p:ext>
            </p:extLst>
          </p:nvPr>
        </p:nvGraphicFramePr>
        <p:xfrm>
          <a:off x="1097279" y="1388542"/>
          <a:ext cx="10235872" cy="5475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8968">
                  <a:extLst>
                    <a:ext uri="{9D8B030D-6E8A-4147-A177-3AD203B41FA5}">
                      <a16:colId xmlns:a16="http://schemas.microsoft.com/office/drawing/2014/main" val="202908105"/>
                    </a:ext>
                  </a:extLst>
                </a:gridCol>
                <a:gridCol w="2558968">
                  <a:extLst>
                    <a:ext uri="{9D8B030D-6E8A-4147-A177-3AD203B41FA5}">
                      <a16:colId xmlns:a16="http://schemas.microsoft.com/office/drawing/2014/main" val="1250358466"/>
                    </a:ext>
                  </a:extLst>
                </a:gridCol>
                <a:gridCol w="2558968">
                  <a:extLst>
                    <a:ext uri="{9D8B030D-6E8A-4147-A177-3AD203B41FA5}">
                      <a16:colId xmlns:a16="http://schemas.microsoft.com/office/drawing/2014/main" val="192429404"/>
                    </a:ext>
                  </a:extLst>
                </a:gridCol>
                <a:gridCol w="2558968">
                  <a:extLst>
                    <a:ext uri="{9D8B030D-6E8A-4147-A177-3AD203B41FA5}">
                      <a16:colId xmlns:a16="http://schemas.microsoft.com/office/drawing/2014/main" val="1975142901"/>
                    </a:ext>
                  </a:extLst>
                </a:gridCol>
              </a:tblGrid>
              <a:tr h="10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Module / Aspect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Key Concepts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Techniques / Methods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References / Findings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2502915315"/>
                  </a:ext>
                </a:extLst>
              </a:tr>
              <a:tr h="562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Food Waste &amp; Redistribution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Surplus food recovery, waste reduction, hunger mitigation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Digital food-sharing platforms, donor–recipient coordination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Aitken et al., 2024: Food recovery and donation systems can help reduce food waste while addressing food insecurity. (</a:t>
                      </a:r>
                      <a:r>
                        <a:rPr lang="en-IN" sz="1050">
                          <a:hlinkClick r:id="rId4" tooltip="Initial assessment of the efficacy of food recovery policies in US States for increasing food donations and reducing waste - ScienceDirect"/>
                        </a:rPr>
                        <a:t>ScienceDirect</a:t>
                      </a:r>
                      <a:r>
                        <a:rPr lang="en-IN" sz="105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3658566161"/>
                  </a:ext>
                </a:extLst>
              </a:tr>
              <a:tr h="562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Food Donation Platforms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Real-time donation registration, location-based food discovery, collection tracking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Web applications, maps, donor/receiver management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Sowmya Lakshmi et al., 2024: A web-based food donation platform can connect donors with charitable organizations and improve surplus-food redistribution. (</a:t>
                      </a:r>
                      <a:r>
                        <a:rPr lang="en-IN" sz="1050">
                          <a:hlinkClick r:id="rId5" tooltip="Share and Care: A Food Donation Web Application | Zenodo"/>
                        </a:rPr>
                        <a:t>DOI</a:t>
                      </a:r>
                      <a:r>
                        <a:rPr lang="en-IN" sz="105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2589780304"/>
                  </a:ext>
                </a:extLst>
              </a:tr>
              <a:tr h="5629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AI-Based Food Waste Reduction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Intelligent decision-making, waste prediction, surplus-food management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AI technologies, optimization, automated waste tracking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Cejas, 2025: AI-based technologies can support food-waste reduction, with surplus-food redistribution identified as a practical application. (</a:t>
                      </a:r>
                      <a:r>
                        <a:rPr lang="en-IN" sz="1050">
                          <a:hlinkClick r:id="rId6" tooltip="Food Waste Reduction AI Technologies in Restaurant Management: An MS-TORO Approach | MDPI"/>
                        </a:rPr>
                        <a:t>MDPI</a:t>
                      </a:r>
                      <a:r>
                        <a:rPr lang="en-IN" sz="105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538468543"/>
                  </a:ext>
                </a:extLst>
              </a:tr>
              <a:tr h="639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Food Waste Monitoring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Real-time monitoring, spoilage detection, waste measurement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Computer vision, deep learning, automated tracking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2025 study: AI-based waste-tracking devices using computer vision and deep learning achieved substantial reductions in food waste in several food-service settings. (</a:t>
                      </a:r>
                      <a:r>
                        <a:rPr lang="en-IN" sz="1050">
                          <a:hlinkClick r:id="rId7" tooltip="Reducing food waste in the HORECA sector using AI-based waste-tracking devices - PubMed"/>
                        </a:rPr>
                        <a:t>PubMed</a:t>
                      </a:r>
                      <a:r>
                        <a:rPr lang="en-IN" sz="105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4060175773"/>
                  </a:ext>
                </a:extLst>
              </a:tr>
              <a:tr h="793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AI-Based Matching &amp; Redistribution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Donor-recipient matching, expiry awareness, demand and location analysis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AI, heuristic algorithms, smart-platform decision making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Maleki Vishkaei et al., 2026: Smart food-sharing platforms can use factors such as expiry date, transport cost, shelf life, donation rate and demand to improve redistribution decisions. (</a:t>
                      </a:r>
                      <a:r>
                        <a:rPr lang="en-IN" sz="1050">
                          <a:hlinkClick r:id="rId8" tooltip="Smart food‐sharing platforms for social sustainability: a heuristic algorithm approach - Maleki Vishkaei - 2026 - International Transactions in Operational Research - Wiley Online Library"/>
                        </a:rPr>
                        <a:t>Wiley Online Library</a:t>
                      </a:r>
                      <a:r>
                        <a:rPr lang="en-IN" sz="105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1662792419"/>
                  </a:ext>
                </a:extLst>
              </a:tr>
              <a:tr h="639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Food Redistribution &amp; Route Optimization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Intelligent matching, freshness prediction, route optimization, traceability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AI/ML, image processing, geolocation, mobile applications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Thilagavathi et al., 2026: FoodShare Hub integrates freshness prediction, intelligent matching, route optimization and traceability for food redistribution. (</a:t>
                      </a:r>
                      <a:r>
                        <a:rPr lang="en-IN" sz="1050">
                          <a:hlinkClick r:id="rId9" tooltip="FoodShare Hub: An AI-Enabled Excess Food Redistribution App for Smart and Inclusive Waste Management - AIJFR"/>
                        </a:rPr>
                        <a:t>AIJFR</a:t>
                      </a:r>
                      <a:r>
                        <a:rPr lang="en-IN" sz="105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1520435034"/>
                  </a:ext>
                </a:extLst>
              </a:tr>
              <a:tr h="716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Equitable Food Allocation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Food-insecurity mapping, resource allocation, beneficiary prioritization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Machine-learning index, heuristic allocation</a:t>
                      </a:r>
                    </a:p>
                  </a:txBody>
                  <a:tcPr marL="24309" marR="24309" marT="12155" marB="121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2026 study: An end-to-end framework combined ML-based food-insecurity estimation with surplus-food allocation to improve equitable redistribution. (</a:t>
                      </a:r>
                      <a:r>
                        <a:rPr lang="en-IN" sz="1050" dirty="0">
                          <a:hlinkClick r:id="rId10" tooltip="Integrating food insecurity mapping and equitable resource allocation for foodbank redistribution in an end-to-end decision support framework - ScienceDirect"/>
                        </a:rPr>
                        <a:t>ScienceDirect</a:t>
                      </a:r>
                      <a:r>
                        <a:rPr lang="en-IN" sz="1050" dirty="0"/>
                        <a:t>)</a:t>
                      </a:r>
                    </a:p>
                  </a:txBody>
                  <a:tcPr marL="24309" marR="24309" marT="12155" marB="12155" anchor="ctr"/>
                </a:tc>
                <a:extLst>
                  <a:ext uri="{0D108BD9-81ED-4DB2-BD59-A6C34878D82A}">
                    <a16:rowId xmlns:a16="http://schemas.microsoft.com/office/drawing/2014/main" val="1150538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39" y="316992"/>
            <a:ext cx="11880850" cy="1448598"/>
          </a:xfrm>
        </p:spPr>
        <p:txBody>
          <a:bodyPr>
            <a:normAutofit fontScale="90000"/>
          </a:bodyPr>
          <a:lstStyle/>
          <a:p>
            <a:br>
              <a:rPr lang="en-US" altLang="en-US" dirty="0">
                <a:sym typeface="+mn-ea"/>
              </a:rPr>
            </a:br>
            <a:r>
              <a:rPr lang="en-US" altLang="en-US" dirty="0">
                <a:sym typeface="+mn-ea"/>
              </a:rPr>
              <a:t>  </a:t>
            </a:r>
            <a:r>
              <a:rPr lang="en-US" altLang="en-US" sz="5900" b="1" dirty="0">
                <a:solidFill>
                  <a:schemeClr val="accent1"/>
                </a:solidFill>
                <a:sym typeface="+mn-ea"/>
              </a:rPr>
              <a:t>Module</a:t>
            </a:r>
            <a:r>
              <a:rPr lang="en-IN" altLang="en-US" sz="5900" b="1" dirty="0">
                <a:solidFill>
                  <a:schemeClr val="accent1"/>
                </a:solidFill>
                <a:sym typeface="+mn-ea"/>
              </a:rPr>
              <a:t> 1</a:t>
            </a:r>
            <a:br>
              <a:rPr lang="en-US" altLang="en-US" sz="5900" b="1" dirty="0">
                <a:solidFill>
                  <a:schemeClr val="accent1"/>
                </a:solidFill>
                <a:sym typeface="+mn-ea"/>
              </a:rPr>
            </a:br>
            <a:r>
              <a:rPr lang="en-IN" altLang="en-US" sz="5900" b="1" dirty="0">
                <a:solidFill>
                  <a:schemeClr val="accent1"/>
                </a:solidFill>
                <a:sym typeface="+mn-ea"/>
              </a:rPr>
              <a:t>  </a:t>
            </a:r>
            <a:r>
              <a:rPr lang="en-US" altLang="en-US" sz="5900" b="1" dirty="0">
                <a:solidFill>
                  <a:schemeClr val="accent1"/>
                </a:solidFill>
                <a:sym typeface="+mn-ea"/>
              </a:rPr>
              <a:t>F</a:t>
            </a:r>
            <a:r>
              <a:rPr lang="en-US" altLang="en-US" sz="5900" b="1" dirty="0">
                <a:solidFill>
                  <a:schemeClr val="accent1"/>
                </a:solidFill>
              </a:rPr>
              <a:t>ood Donation &amp; Inventory Management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69055" y="1593993"/>
            <a:ext cx="10668018" cy="3165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83710" y="1255776"/>
            <a:ext cx="12427489" cy="5147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Donors can add food details (food type, quantity, expiry date/time).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food images for quality verification.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tracking of available food.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expiry and freshness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or cancel food donation requests.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Categorize food (Vegetarian, Non-Vegetarian, Vegan, Packaged, Cooked).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Specify pickup location using GPS/Google Maps.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Mention food preparation date and storage conditions.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 </a:t>
            </a:r>
            <a:r>
              <a:rPr lang="en-IN" altLang="en-US" b="1" dirty="0">
                <a:solidFill>
                  <a:schemeClr val="accent1"/>
                </a:solidFill>
              </a:rPr>
              <a:t>Module 2:</a:t>
            </a:r>
            <a:br>
              <a:rPr lang="en-US" altLang="en-US" b="1" dirty="0">
                <a:solidFill>
                  <a:schemeClr val="accent1"/>
                </a:solidFill>
              </a:rPr>
            </a:br>
            <a:r>
              <a:rPr lang="en-IN" altLang="en-US" b="1" dirty="0">
                <a:solidFill>
                  <a:schemeClr val="accent1"/>
                </a:solidFill>
              </a:rPr>
              <a:t>       AI-Based Food Matching &amp; Redistribution</a:t>
            </a:r>
            <a:endParaRPr lang="en-US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558290" y="2256790"/>
            <a:ext cx="9137015" cy="3818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helps users understand their surroundings by identifying objects and people.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Sensors Used: Camera (RGB or depth)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Features: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Recognizes traffic lights, crosswalks, doors, and familiar faces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Reads text from signs, labels, or documents (OCR)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Alerts users to dynamic changes (e.g., approaching vehicles)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	AI Role: Computer vision models for object detection, facial recognition, and scene understanding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altLang="en-US" b="1" dirty="0">
                <a:solidFill>
                  <a:schemeClr val="accent1"/>
                </a:solidFill>
              </a:rPr>
              <a:t>Module 3:</a:t>
            </a:r>
            <a:br>
              <a:rPr lang="en-US" altLang="en-US" b="1" dirty="0">
                <a:solidFill>
                  <a:schemeClr val="accent1"/>
                </a:solidFill>
              </a:rPr>
            </a:br>
            <a:r>
              <a:rPr lang="en-US" altLang="en-US" b="1" dirty="0">
                <a:solidFill>
                  <a:schemeClr val="accent1"/>
                </a:solidFill>
              </a:rPr>
              <a:t>        </a:t>
            </a:r>
            <a:r>
              <a:rPr lang="en-US" altLang="en-US" b="1" dirty="0" err="1">
                <a:solidFill>
                  <a:schemeClr val="accent1"/>
                </a:solidFill>
              </a:rPr>
              <a:t>Voulnteer</a:t>
            </a:r>
            <a:r>
              <a:rPr lang="en-US" altLang="en-US" b="1" dirty="0">
                <a:solidFill>
                  <a:schemeClr val="accent1"/>
                </a:solidFill>
              </a:rPr>
              <a:t> &amp; Delivery Management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23158" y="2030681"/>
            <a:ext cx="99325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23158" y="1402080"/>
            <a:ext cx="10322666" cy="394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assigns delivery tasks to the nearest available volunteer.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algorithms consider location, travel distance, estimated delivery time, traffic conditions, and food expiry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donations receive immediate assignment.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deliveries in nearby locations can be assigned to the same volunteer to reduce travel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23158" y="4155393"/>
            <a:ext cx="1032266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Volunteers receive complete pickup information including donor name, address, contact details, food quantity, and pickup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 digital pickup request.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Volunteers confirm arrival at the donor's location. </a:t>
            </a:r>
          </a:p>
        </p:txBody>
      </p:sp>
    </p:spTree>
    <p:extLst>
      <p:ext uri="{BB962C8B-B14F-4D97-AF65-F5344CB8AC3E}">
        <p14:creationId xmlns:p14="http://schemas.microsoft.com/office/powerpoint/2010/main" val="325424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accent1"/>
                </a:solidFill>
                <a:sym typeface="+mn-ea"/>
              </a:rPr>
              <a:t>Module</a:t>
            </a:r>
            <a:r>
              <a:rPr lang="en-IN" altLang="en-US" b="1" dirty="0">
                <a:solidFill>
                  <a:schemeClr val="accent1"/>
                </a:solidFill>
                <a:sym typeface="+mn-ea"/>
              </a:rPr>
              <a:t> 4</a:t>
            </a:r>
            <a:br>
              <a:rPr lang="en-US" altLang="en-US" b="1" dirty="0">
                <a:solidFill>
                  <a:schemeClr val="accent1"/>
                </a:solidFill>
                <a:sym typeface="+mn-ea"/>
              </a:rPr>
            </a:br>
            <a:r>
              <a:rPr lang="en-IN" altLang="en-US" b="1" dirty="0">
                <a:solidFill>
                  <a:schemeClr val="accent1"/>
                </a:solidFill>
                <a:sym typeface="+mn-ea"/>
              </a:rPr>
              <a:t>  Analytical &amp; Waste Monitoring Dashboard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61654" y="1737360"/>
            <a:ext cx="10094026" cy="5286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overall performance of the food redistribution system.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analyzes data from donors, volunteers, NGOs, and deliveries.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insights through dashboards, charts, and reports.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administrators make better decisions to reduce food waste.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food donations, deliveries, volunteer activities, and beneficiary information.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the number of NGOs and beneficiaries served.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data using bar charts, pie charts, line graphs, and dashboards.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84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EF12-67AB-87F2-6D35-950188A37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35081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35053-1E38-AD17-9405-DAAD67CF8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Matching: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donor and beneficiary matching based on location, food type, quantity, urgency, and expiry time.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food pickup, delivery, and distribution status in real time.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GPS and traffic information to select efficient delivery routes.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Monitoring: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sensors and image-based analysis to monitor freshness and storage conditions.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mobile app for donors, NGOs, volunteers, and beneficiaries.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food surplus and identify areas with higher food-waste levels.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 Deployment: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 the system to more restaurants, supermarkets, NGOs, and cities.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7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5C6B-0BF4-D314-4F1D-142283E6F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BF5D7-891E-7532-5871-16F0BAAC4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donors, NGOs, volunteers, and beneficiaries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a single platform.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food wastage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collecting and redistributing surplus food before expiry.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matching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connect available food with suitable recipients.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pickup and delivery coordination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volunteer management.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tracking and notifications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communication and transparency.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safety, expiry monitoring, and analytical reporting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Food Connect provides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smart, efficient, and sustainable 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food redistribution and food security. </a:t>
            </a:r>
          </a:p>
        </p:txBody>
      </p:sp>
    </p:spTree>
    <p:extLst>
      <p:ext uri="{BB962C8B-B14F-4D97-AF65-F5344CB8AC3E}">
        <p14:creationId xmlns:p14="http://schemas.microsoft.com/office/powerpoint/2010/main" val="1774185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08A1-3342-8BC2-AE4B-793C1C58E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4828" y="758952"/>
            <a:ext cx="7880852" cy="356616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5146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1350</Words>
  <Application>Microsoft Office PowerPoint</Application>
  <PresentationFormat>Widescreen</PresentationFormat>
  <Paragraphs>123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1_Office Theme</vt:lpstr>
      <vt:lpstr>Retrospect</vt:lpstr>
      <vt:lpstr>SIMATS ENGINEERING Saveetha Institute of Medical and Technical Sciences Chennai-602105.</vt:lpstr>
      <vt:lpstr>INTRODUCTION</vt:lpstr>
      <vt:lpstr>OBJECTIVES</vt:lpstr>
      <vt:lpstr>PROBLEM STATEMENT</vt:lpstr>
      <vt:lpstr>PowerPoint Presentation</vt:lpstr>
      <vt:lpstr>LITERATURE REVIEW</vt:lpstr>
      <vt:lpstr>   Module 1   Food Donation &amp; Inventory Management</vt:lpstr>
      <vt:lpstr> Module 2:        AI-Based Food Matching &amp; Redistribution</vt:lpstr>
      <vt:lpstr>Module 3:         Voulnteer &amp; Delivery Management</vt:lpstr>
      <vt:lpstr>Module 4   Analytical &amp; Waste Monitoring Dashboard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 Chennai-602105.</dc:title>
  <dc:creator>Rajesh kumar Thevasigamani</dc:creator>
  <cp:lastModifiedBy>Mandem Nandhini</cp:lastModifiedBy>
  <cp:revision>44</cp:revision>
  <dcterms:created xsi:type="dcterms:W3CDTF">2025-03-19T06:12:00Z</dcterms:created>
  <dcterms:modified xsi:type="dcterms:W3CDTF">2026-08-26T05:48:42Z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3EC2731B17D74312AE25DD57AE6D7807_13</vt:lpwstr>
  </property>
  <property fmtid="{D5CDD505-2E9C-101B-9397-08002B2CF9AE}" pid="3" name="KSOProductBuildVer">
    <vt:lpwstr>1033-12.2.0.21931</vt:lpwstr>
  </property>
</Properties>
</file>