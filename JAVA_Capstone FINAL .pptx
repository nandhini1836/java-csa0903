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5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75" r:id="rId9"/>
    <p:sldId id="263" r:id="rId10"/>
    <p:sldId id="264" r:id="rId11"/>
    <p:sldId id="265" r:id="rId12"/>
    <p:sldId id="280" r:id="rId13"/>
    <p:sldId id="271" r:id="rId14"/>
    <p:sldId id="276" r:id="rId15"/>
    <p:sldId id="279" r:id="rId16"/>
    <p:sldId id="278" r:id="rId17"/>
    <p:sldId id="277" r:id="rId18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KqNwx2f7Dk6I9gNyClwAJU1JU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9AE3AA-F736-4380-AF14-DB0A33E21D4D}" v="1" dt="2026-09-03T16:50:49.451"/>
  </p1510:revLst>
</p1510:revInfo>
</file>

<file path=ppt/tableStyles.xml><?xml version="1.0" encoding="utf-8"?>
<a:tblStyleLst xmlns:a="http://schemas.openxmlformats.org/drawingml/2006/main" def="{9C547904-70A2-445F-902E-44058FB06046}">
  <a:tblStyle styleId="{9C547904-70A2-445F-902E-44058FB060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tcBdr/>
        <a:fill>
          <a:solidFill>
            <a:srgbClr val="CEE2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E2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F1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E8F1F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3DBE64-AF62-4781-B024-5C99104E8F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em Nandhini" userId="29bc1bb91580a2f3" providerId="LiveId" clId="{6AA0B787-41BF-4124-9EFA-9A85416D64C6}"/>
    <pc:docChg chg="custSel modSld">
      <pc:chgData name="Mandem Nandhini" userId="29bc1bb91580a2f3" providerId="LiveId" clId="{6AA0B787-41BF-4124-9EFA-9A85416D64C6}" dt="2026-09-03T16:51:53.687" v="51" actId="14100"/>
      <pc:docMkLst>
        <pc:docMk/>
      </pc:docMkLst>
      <pc:sldChg chg="modSp mod">
        <pc:chgData name="Mandem Nandhini" userId="29bc1bb91580a2f3" providerId="LiveId" clId="{6AA0B787-41BF-4124-9EFA-9A85416D64C6}" dt="2026-09-03T16:51:53.687" v="51" actId="14100"/>
        <pc:sldMkLst>
          <pc:docMk/>
          <pc:sldMk cId="0" sldId="256"/>
        </pc:sldMkLst>
        <pc:spChg chg="mod">
          <ac:chgData name="Mandem Nandhini" userId="29bc1bb91580a2f3" providerId="LiveId" clId="{6AA0B787-41BF-4124-9EFA-9A85416D64C6}" dt="2026-09-03T16:51:37.732" v="49" actId="20577"/>
          <ac:spMkLst>
            <pc:docMk/>
            <pc:sldMk cId="0" sldId="256"/>
            <ac:spMk id="92" creationId="{00000000-0000-0000-0000-000000000000}"/>
          </ac:spMkLst>
        </pc:spChg>
        <pc:spChg chg="mod">
          <ac:chgData name="Mandem Nandhini" userId="29bc1bb91580a2f3" providerId="LiveId" clId="{6AA0B787-41BF-4124-9EFA-9A85416D64C6}" dt="2026-09-03T16:51:53.687" v="51" actId="14100"/>
          <ac:spMkLst>
            <pc:docMk/>
            <pc:sldMk cId="0" sldId="256"/>
            <ac:spMk id="9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5054b97e_3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be5054b97e_3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be5054b97e_3_4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5054b97e_3_5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3be5054b97e_3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e5054b97e_3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be5054b97e_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5054b97e_3_7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be5054b97e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5054b97e_3_7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be5054b97e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5054b97e_1_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be5054b97e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CE78219B-4F21-D680-F90E-30DEB9AA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5054b97e_1_24:notes">
            <a:extLst>
              <a:ext uri="{FF2B5EF4-FFF2-40B4-BE49-F238E27FC236}">
                <a16:creationId xmlns:a16="http://schemas.microsoft.com/office/drawing/2014/main" id="{07309AD0-27E1-2942-CE11-84EB5A5EF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be5054b97e_1_24:notes">
            <a:extLst>
              <a:ext uri="{FF2B5EF4-FFF2-40B4-BE49-F238E27FC236}">
                <a16:creationId xmlns:a16="http://schemas.microsoft.com/office/drawing/2014/main" id="{8D3803F2-6DDF-08AA-14FD-DE16061FA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90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e5054b97e_3_10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3be5054b97e_3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5054b97e_3_1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be5054b97e_3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F96C514-54E9-F881-EB30-0F564C6B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6BA53E5C-507A-B9D6-58C2-2C34FF795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B872F2D9-CACF-C0DD-99BB-E7A6E3B2E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019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C4AEDA4-0D23-9B1F-98E9-CB0F393C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08665C32-B51A-3A19-A827-6D0536FD8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EE1F9A3F-ED24-F513-B139-BA2FBE3A2D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5340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0F712A1-FC9A-BA5A-01E0-9C2B508B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E9F07F8E-23B5-561E-4EE5-200A9DB35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9F04A269-37E2-8536-2156-47FFE6E23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4018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44B9FCD-AB3A-5FF7-135B-B4098B7D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8BC8D27A-8EBA-7BBD-F357-61937F5B2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E42614DE-82C4-9F70-6A47-27A58E498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213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3AAE23F-2706-4A7D-BD75-4004F849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51554ECB-731D-8453-5E82-31F91F24D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2D4B6C6D-9B29-97A1-EB55-F42CE61EA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7094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29256A1-4992-F42B-B246-6C88BBFC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C015393E-604E-EB34-ACF0-60E144FC1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A91C285F-10C2-5DA9-6951-8F77D0C92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8278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e5054b97e_3_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be5054b97e_3_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3be5054b97e_3_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be5054b97e_3_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be5054b97e_3_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-3810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e5054b97e_3_12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be5054b97e_3_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e5054b97e_3_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be5054b97e_3_1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e5054b97e_3_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e5054b97e_3_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be5054b97e_3_1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e5054b97e_3_2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be5054b97e_3_2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e5054b97e_3_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be5054b97e_3_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be5054b97e_3_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5054b97e_3_27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be5054b97e_3_27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be5054b97e_3_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3be5054b97e_3_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be5054b97e_3_2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e5054b97e_3_3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be5054b97e_3_3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be5054b97e_3_3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3be5054b97e_3_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be5054b97e_3_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be5054b97e_3_3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5054b97e_3_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e5054b97e_3_0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g3be5054b97e_3_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3be5054b97e_3_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3be5054b97e_3_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  <p:sldLayoutId id="214748366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5054b97e_3_40"/>
          <p:cNvSpPr txBox="1">
            <a:spLocks noGrp="1"/>
          </p:cNvSpPr>
          <p:nvPr>
            <p:ph type="ctrTitle"/>
          </p:nvPr>
        </p:nvSpPr>
        <p:spPr>
          <a:xfrm>
            <a:off x="924910" y="2313159"/>
            <a:ext cx="10482366" cy="207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Intelligent Food Redistribution and Waste Reduction Network</a:t>
            </a:r>
            <a:br>
              <a:rPr lang="en-IN" sz="4400" dirty="0">
                <a:solidFill>
                  <a:schemeClr val="tx1"/>
                </a:solidFill>
              </a:rPr>
            </a:br>
            <a:endParaRPr lang="en-IN" sz="4400" dirty="0">
              <a:solidFill>
                <a:schemeClr val="tx1"/>
              </a:solidFill>
            </a:endParaRPr>
          </a:p>
        </p:txBody>
      </p:sp>
      <p:pic>
        <p:nvPicPr>
          <p:cNvPr id="89" name="Google Shape;89;g3be5054b97e_3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be5054b97e_3_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e5054b97e_3_40"/>
          <p:cNvSpPr txBox="1"/>
          <p:nvPr/>
        </p:nvSpPr>
        <p:spPr>
          <a:xfrm>
            <a:off x="3441900" y="335165"/>
            <a:ext cx="53082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SIMATS ENGINEERING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endParaRPr sz="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8240" marR="5080" lvl="0" indent="-1146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SAVEETHA INSTITUTE OF MEDICAL AND TECHNICAL SCIENCES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be5054b97e_3_40"/>
          <p:cNvSpPr txBox="1"/>
          <p:nvPr/>
        </p:nvSpPr>
        <p:spPr>
          <a:xfrm>
            <a:off x="7610475" y="4974528"/>
            <a:ext cx="4220375" cy="134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Gadiputikotla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Vyshnavi – 192425069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Mandem Nandhini-192472318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Mallike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 Jayasree- 192325140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Monika G- 192421158 </a:t>
            </a:r>
          </a:p>
        </p:txBody>
      </p:sp>
      <p:sp>
        <p:nvSpPr>
          <p:cNvPr id="93" name="Google Shape;93;g3be5054b97e_3_40"/>
          <p:cNvSpPr txBox="1"/>
          <p:nvPr/>
        </p:nvSpPr>
        <p:spPr>
          <a:xfrm>
            <a:off x="-2" y="5514600"/>
            <a:ext cx="49278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r>
              <a:rPr lang="en-US" sz="2000" b="1" i="0" u="none" strike="noStrike" cap="none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CSA0903- Programming in Java 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3be5054b97e_3_40"/>
          <p:cNvSpPr txBox="1"/>
          <p:nvPr/>
        </p:nvSpPr>
        <p:spPr>
          <a:xfrm>
            <a:off x="281349" y="4572000"/>
            <a:ext cx="4094707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Magesh Kumar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be5054b97e_3_40"/>
          <p:cNvSpPr txBox="1"/>
          <p:nvPr/>
        </p:nvSpPr>
        <p:spPr>
          <a:xfrm>
            <a:off x="7177550" y="4390646"/>
            <a:ext cx="2024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0" u="none" strike="noStrike" cap="none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i="0" u="none" strike="noStrike" cap="none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5054b97e_3_53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78315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92D050"/>
                </a:solidFill>
              </a:rPr>
              <a:t>ABSTRACT</a:t>
            </a:r>
            <a:endParaRPr dirty="0">
              <a:solidFill>
                <a:srgbClr val="92D050"/>
              </a:solidFill>
            </a:endParaRPr>
          </a:p>
        </p:txBody>
      </p:sp>
      <p:pic>
        <p:nvPicPr>
          <p:cNvPr id="101" name="Google Shape;101;g3be5054b97e_3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be5054b97e_3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be5054b97e_3_53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4" name="Google Shape;104;g3be5054b97e_3_53"/>
          <p:cNvSpPr txBox="1"/>
          <p:nvPr/>
        </p:nvSpPr>
        <p:spPr>
          <a:xfrm>
            <a:off x="621067" y="1743063"/>
            <a:ext cx="10738200" cy="4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waste and food insecurity are major challenges that require an efficient and sustainable redistribution system.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platform connects donors, NGOs, and volunteers to streamline the collection and distribution of extra food.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using Java Spring Boot and MySQL, the system provides secure user management and real-time food donation tracking.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resource allocation helps ensure that donated food reaches the right recipients quickly and efficiently.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aims to reduce food waste, improve food accessibility, and support sustainable community welfare.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5054b97e_3_61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INTRODUCTION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110" name="Google Shape;110;g3be5054b97e_3_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e5054b97e_3_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e5054b97e_3_61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3" name="Google Shape;113;g3be5054b97e_3_61"/>
          <p:cNvSpPr/>
          <p:nvPr/>
        </p:nvSpPr>
        <p:spPr>
          <a:xfrm>
            <a:off x="144723" y="1751377"/>
            <a:ext cx="7467600" cy="4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waste is a major problem, while many people still face food shortages.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Restaurants, supermarkets, and events often have extra food that gets wasted.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efficient system to quickly connect food donors with NGOs and shelters.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provides a platform to collect, manage, and redistribute extra food efficiently.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helps reduce food waste, supports people in need, and promotes sustainable food distribution.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g3be5054b97e_3_61" title="ChatGPT Image Aug 2, 2026, 11_48_1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760" y="1816866"/>
            <a:ext cx="4089670" cy="408967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5054b97e_3_70"/>
          <p:cNvSpPr txBox="1">
            <a:spLocks noGrp="1"/>
          </p:cNvSpPr>
          <p:nvPr>
            <p:ph type="title"/>
          </p:nvPr>
        </p:nvSpPr>
        <p:spPr>
          <a:xfrm>
            <a:off x="1306285" y="1733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g3be5054b97e_3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be5054b97e_3_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be5054b97e_3_70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g3be5054b97e_3_70"/>
          <p:cNvGraphicFramePr/>
          <p:nvPr>
            <p:extLst>
              <p:ext uri="{D42A27DB-BD31-4B8C-83A1-F6EECF244321}">
                <p14:modId xmlns:p14="http://schemas.microsoft.com/office/powerpoint/2010/main" val="1602630247"/>
              </p:ext>
            </p:extLst>
          </p:nvPr>
        </p:nvGraphicFramePr>
        <p:xfrm>
          <a:off x="924910" y="1745064"/>
          <a:ext cx="10353625" cy="4693950"/>
        </p:xfrm>
        <a:graphic>
          <a:graphicData uri="http://schemas.openxmlformats.org/drawingml/2006/table">
            <a:tbl>
              <a:tblPr>
                <a:noFill/>
                <a:tableStyleId>{9C547904-70A2-445F-902E-44058FB06046}</a:tableStyleId>
              </a:tblPr>
              <a:tblGrid>
                <a:gridCol w="35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 sz="20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 Food Wastage 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Minimize the disposal of extra food by enabling timely donations.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 Donors and NGOs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 a platform that links food donors with nearby NGOs and shelters.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 Food Distribution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Ensure donated food is allocated efficiently to the right recipients.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 Volunteer Activities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Help volunteers accept, collect, and deliver food donations on time.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Promote Sustainable Food Sharing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Encourage responsible food redistribution to support communities and reduce waste. 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5054b97e_3_78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LITERATURE SURVEY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129" name="Google Shape;129;g3be5054b97e_3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e5054b97e_3_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g3be5054b97e_3_78"/>
          <p:cNvGraphicFramePr/>
          <p:nvPr>
            <p:extLst>
              <p:ext uri="{D42A27DB-BD31-4B8C-83A1-F6EECF244321}">
                <p14:modId xmlns:p14="http://schemas.microsoft.com/office/powerpoint/2010/main" val="3238866144"/>
              </p:ext>
            </p:extLst>
          </p:nvPr>
        </p:nvGraphicFramePr>
        <p:xfrm>
          <a:off x="271475" y="1620838"/>
          <a:ext cx="11706225" cy="5160783"/>
        </p:xfrm>
        <a:graphic>
          <a:graphicData uri="http://schemas.openxmlformats.org/drawingml/2006/table">
            <a:tbl>
              <a:tblPr>
                <a:noFill/>
                <a:tableStyleId>{7F3DBE64-AF62-4781-B024-5C99104E8F3C}</a:tableStyleId>
              </a:tblPr>
              <a:tblGrid>
                <a:gridCol w="7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Rahul Srinivas Sucharitha, Seokcheon Lee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Two-Stage Hybrid Demand Estimation via Clustering for Food Banks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Gaussian Mixture Model (GMM) and Clustering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depends on quality of historical demand data.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Reihaneh Ghoniem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Multi-Start Optimization-Based Heuristic for a Food Bank Distribution Problem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Multi-start Heuristic and Neighborhood Search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guarantee of global optimal solution.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Nistha Dubey, Ajinkya Tanksale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Multi-Depot Vehicle Routing Problem with Time Windows, Split Pickup and Split Delivery for Surplus Food Recovery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Multi-Depot Vehicle Routing Problem (MDVRP)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routing complexity for large transportation networks.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Divya J. Nair, David Rey, Vinayak V. Dixit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Scheduling and Routing Models for Food Rescue and Delivery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 Routing and Scheduling Optimization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static transportation conditions.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Zheyuan Ryan Shi, Yiwen Yuan, Kimberly Lo, Leah Lizarondo, Fei Fang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Improving Efficiency of Volunteer-Based Food Rescue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Reinforcement Learning with Volunteer Assignment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sufficient volunteer activity data.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5054b97e_1_24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PROBLEM STATEMENT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137" name="Google Shape;137;g3be5054b97e_1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e5054b97e_1_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e5054b97e_1_24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0" name="Google Shape;140;g3be5054b97e_1_24"/>
          <p:cNvSpPr/>
          <p:nvPr/>
        </p:nvSpPr>
        <p:spPr>
          <a:xfrm flipH="1">
            <a:off x="401961" y="1912175"/>
            <a:ext cx="6897600" cy="41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day, a large amount of edible food is wasted while many people suffer from hunger.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proper platform to connect food donors, NGOs, and volunteers efficiently.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coordination causes delays, poor communication, and unnecessary food wastage.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efficient system is needed to collect, manage, and redistribute surplus food to those in need.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be5054b97e_1_24" title="ChatGPT Image Aug 2, 2026, 11_52_21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3719" y="1668620"/>
            <a:ext cx="4587640" cy="458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CB4BD8FB-ED44-62E8-9BD2-90236673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be5054b97e_1_24">
            <a:extLst>
              <a:ext uri="{FF2B5EF4-FFF2-40B4-BE49-F238E27FC236}">
                <a16:creationId xmlns:a16="http://schemas.microsoft.com/office/drawing/2014/main" id="{4B4B2975-950F-73AE-B142-1A70E1C099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e5054b97e_1_24">
            <a:extLst>
              <a:ext uri="{FF2B5EF4-FFF2-40B4-BE49-F238E27FC236}">
                <a16:creationId xmlns:a16="http://schemas.microsoft.com/office/drawing/2014/main" id="{B5E1FB8E-9940-CAC3-8E82-D81853B37A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e5054b97e_1_24">
            <a:extLst>
              <a:ext uri="{FF2B5EF4-FFF2-40B4-BE49-F238E27FC236}">
                <a16:creationId xmlns:a16="http://schemas.microsoft.com/office/drawing/2014/main" id="{D0BFBC35-8DCF-759D-5768-E7D9780325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Google Shape;146;g3be5054b97e_3_95">
            <a:extLst>
              <a:ext uri="{FF2B5EF4-FFF2-40B4-BE49-F238E27FC236}">
                <a16:creationId xmlns:a16="http://schemas.microsoft.com/office/drawing/2014/main" id="{698C411B-8C6A-E47F-9E99-C86621961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467" y="624604"/>
            <a:ext cx="9021764" cy="50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2074545" marR="5080" lvl="0" indent="-1661160" algn="ctr" rtl="0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SYSTEM ARCHITECTURE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6" name="Google Shape;150;g3be5054b97e_3_95" title="Architecture_Diagram.png">
            <a:extLst>
              <a:ext uri="{FF2B5EF4-FFF2-40B4-BE49-F238E27FC236}">
                <a16:creationId xmlns:a16="http://schemas.microsoft.com/office/drawing/2014/main" id="{7F2E4B1A-308F-EF8F-BE17-BF5BB11AF1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2983" t="14057" b="10733"/>
          <a:stretch/>
        </p:blipFill>
        <p:spPr>
          <a:xfrm>
            <a:off x="963550" y="1190769"/>
            <a:ext cx="10052857" cy="5670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820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be5054b97e_3_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be5054b97e_3_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be5054b97e_3_10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8" name="Google Shape;158;g3be5054b97e_3_103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1</a:t>
            </a:r>
            <a:b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&amp; Food Donation Management</a:t>
            </a:r>
            <a:endParaRPr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e5054b97e_3_103"/>
          <p:cNvSpPr txBox="1"/>
          <p:nvPr/>
        </p:nvSpPr>
        <p:spPr>
          <a:xfrm>
            <a:off x="291200" y="1736297"/>
            <a:ext cx="69609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 provide secure user access and efficiently manage food donation information within the platform. </a:t>
            </a: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User registration and secure login for different user roles.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Role-based access for Admin, Donor, NGO, and Volunteer.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Add, edit, and manage extra food donation details.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View and update the availability status of donated food.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Provides secure user access and organized management of food donations. </a:t>
            </a:r>
            <a:endParaRPr sz="2000" b="1" dirty="0">
              <a:solidFill>
                <a:srgbClr val="8064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g3be5054b97e_3_103" title="ChatGPT Image Aug 2, 2026, 11_55_1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075" y="1692746"/>
            <a:ext cx="4635101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be5054b97e_3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be5054b97e_3_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be5054b97e_3_1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8" name="Google Shape;168;g3be5054b97e_3_121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2</a:t>
            </a:r>
            <a:br>
              <a:rPr lang="en-US" sz="32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Resource Allocation &amp; Distribution</a:t>
            </a:r>
            <a:endParaRPr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be5054b97e_3_121"/>
          <p:cNvSpPr txBox="1"/>
          <p:nvPr/>
        </p:nvSpPr>
        <p:spPr>
          <a:xfrm>
            <a:off x="291200" y="1523847"/>
            <a:ext cx="6960900" cy="537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 efficiently allocate donated food to NGOs and coordinate its delivery through volunteers. </a:t>
            </a: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NGOs can request available food donations.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Intelligent allocation based on food availability and requirements.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Assign volunteers for food pickup and delivery.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Track the delivery status of each donation.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Ensures efficient food allocation and timely distribution to the right recipients. </a:t>
            </a:r>
            <a:endParaRPr sz="2000" b="1" dirty="0">
              <a:solidFill>
                <a:srgbClr val="8064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g3be5054b97e_3_121" title="ChatGPT Image Aug 2, 2026, 11_56_54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4500" y="1686908"/>
            <a:ext cx="4635101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8" name="Google Shape;178;g3be5054b97e_1_16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3</a:t>
            </a:r>
            <a:b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Administration, Monitoring &amp; Analytics</a:t>
            </a:r>
            <a:endParaRPr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e5054b97e_1_16"/>
          <p:cNvSpPr txBox="1"/>
          <p:nvPr/>
        </p:nvSpPr>
        <p:spPr>
          <a:xfrm>
            <a:off x="291200" y="1681437"/>
            <a:ext cx="6773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 monitor system activities, manage users, and generate reports for efficient platform administration. </a:t>
            </a: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Manage users and food donation records.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Monitor donation and distribution activities.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Generate reports and platform statistics.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Maintain overall system performance and data.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Provides centralized administration and effective monitoring of the entire platform. </a:t>
            </a:r>
            <a:endParaRPr sz="2000" b="1" dirty="0">
              <a:solidFill>
                <a:srgbClr val="8064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g3be5054b97e_1_16" title="ChatGPT Image Aug 3, 2026, 12_04_40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2100" y="1692746"/>
            <a:ext cx="4635101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C41709C-4F64-3FF3-B82F-363ACABE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EF933FE9-6959-28D7-F780-6DD306DCC6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91023A24-86EA-6400-05DD-30B8AA9CF3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D2B27BC9-2D1F-61D5-3094-DDC694CBA7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8" name="Google Shape;178;g3be5054b97e_1_16">
            <a:extLst>
              <a:ext uri="{FF2B5EF4-FFF2-40B4-BE49-F238E27FC236}">
                <a16:creationId xmlns:a16="http://schemas.microsoft.com/office/drawing/2014/main" id="{4A47E1A9-1461-2928-ED43-31B70D2271B8}"/>
              </a:ext>
            </a:extLst>
          </p:cNvPr>
          <p:cNvSpPr txBox="1"/>
          <p:nvPr/>
        </p:nvSpPr>
        <p:spPr>
          <a:xfrm>
            <a:off x="1161288" y="324478"/>
            <a:ext cx="8763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4 </a:t>
            </a:r>
          </a:p>
          <a:p>
            <a:pPr lvl="0" algn="ctr">
              <a:buSzPts val="32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Safety &amp; Expiry Management</a:t>
            </a:r>
            <a:endParaRPr sz="1400" b="1" i="0" u="none" strike="noStrike" cap="none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9" name="Google Shape;179;g3be5054b97e_1_16">
            <a:extLst>
              <a:ext uri="{FF2B5EF4-FFF2-40B4-BE49-F238E27FC236}">
                <a16:creationId xmlns:a16="http://schemas.microsoft.com/office/drawing/2014/main" id="{CA93DB1D-2CB6-97EB-3FD5-E2DDA558271B}"/>
              </a:ext>
            </a:extLst>
          </p:cNvPr>
          <p:cNvSpPr txBox="1"/>
          <p:nvPr/>
        </p:nvSpPr>
        <p:spPr>
          <a:xfrm>
            <a:off x="291200" y="1681437"/>
            <a:ext cx="67737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food safety and expiry details and ensure that only safe and consumable food is redistributed.</a:t>
            </a:r>
          </a:p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Track food preparation and expiry date/time.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Monitor the freshness and availability status of donated food.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Identify and prioritize donations approaching expiry.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Prevent expired food from being allocated for distribution.</a:t>
            </a:r>
          </a:p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safe and timely redistribution of surplus food while reducing food spoilage and wastage.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1D613-1292-9E21-9A84-C2B2AF8A8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2221992"/>
            <a:ext cx="5324856" cy="307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9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3E6050C-C225-4872-6D69-CEBA412B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6EA8EF9A-77F9-D801-FCF3-4EBD5C0E10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37BDEFA9-27E3-C4A9-6C47-A29E663F17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3FDF459A-CB28-CB1D-54A8-78104289EB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8" name="Google Shape;178;g3be5054b97e_1_16">
            <a:extLst>
              <a:ext uri="{FF2B5EF4-FFF2-40B4-BE49-F238E27FC236}">
                <a16:creationId xmlns:a16="http://schemas.microsoft.com/office/drawing/2014/main" id="{F057FAD0-E80A-88CC-AD65-7EDD5DE24E35}"/>
              </a:ext>
            </a:extLst>
          </p:cNvPr>
          <p:cNvSpPr txBox="1"/>
          <p:nvPr/>
        </p:nvSpPr>
        <p:spPr>
          <a:xfrm>
            <a:off x="1621849" y="570699"/>
            <a:ext cx="8763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lang="en-US"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CBFE8-D26F-79CC-8A18-FDE0F06B2A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86"/>
          <a:stretch>
            <a:fillRect/>
          </a:stretch>
        </p:blipFill>
        <p:spPr>
          <a:xfrm>
            <a:off x="5851284" y="3429000"/>
            <a:ext cx="6082651" cy="304558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A2073-B1B8-21CC-396B-ECFD12969E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056"/>
          <a:stretch>
            <a:fillRect/>
          </a:stretch>
        </p:blipFill>
        <p:spPr>
          <a:xfrm>
            <a:off x="306551" y="1704026"/>
            <a:ext cx="5395519" cy="30455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391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20EEC93-D128-CDB9-0A24-D5908703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B2ED1093-C0CE-CE9A-7134-A40DC2F41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D7F3D496-6772-BF8B-59A6-C22E32BA72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93A71580-D5BE-F16C-5602-509BAFB7DF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Google Shape;213;g3be5054b97e_3_230">
            <a:extLst>
              <a:ext uri="{FF2B5EF4-FFF2-40B4-BE49-F238E27FC236}">
                <a16:creationId xmlns:a16="http://schemas.microsoft.com/office/drawing/2014/main" id="{6E50FD6B-644B-90EF-F50B-C3B1B66FF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145" y="32291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RESULTS </a:t>
            </a:r>
            <a:r>
              <a:rPr lang="en-US" dirty="0">
                <a:solidFill>
                  <a:schemeClr val="tx1"/>
                </a:solidFill>
              </a:rPr>
              <a:t>&amp;</a:t>
            </a:r>
            <a:r>
              <a:rPr lang="en-US" dirty="0">
                <a:solidFill>
                  <a:schemeClr val="accent3"/>
                </a:solidFill>
              </a:rPr>
              <a:t> DISCUSSION</a:t>
            </a:r>
          </a:p>
        </p:txBody>
      </p:sp>
      <p:sp>
        <p:nvSpPr>
          <p:cNvPr id="3" name="Google Shape;216;g3be5054b97e_3_230">
            <a:extLst>
              <a:ext uri="{FF2B5EF4-FFF2-40B4-BE49-F238E27FC236}">
                <a16:creationId xmlns:a16="http://schemas.microsoft.com/office/drawing/2014/main" id="{241E1C99-99EC-0F66-30C5-55363E7B87F3}"/>
              </a:ext>
            </a:extLst>
          </p:cNvPr>
          <p:cNvSpPr txBox="1">
            <a:spLocks/>
          </p:cNvSpPr>
          <p:nvPr/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Google Shape;217;g3be5054b97e_3_230">
            <a:extLst>
              <a:ext uri="{FF2B5EF4-FFF2-40B4-BE49-F238E27FC236}">
                <a16:creationId xmlns:a16="http://schemas.microsoft.com/office/drawing/2014/main" id="{D8650C80-6D8A-CF4F-D543-E429DB1E5DA9}"/>
              </a:ext>
            </a:extLst>
          </p:cNvPr>
          <p:cNvSpPr txBox="1"/>
          <p:nvPr/>
        </p:nvSpPr>
        <p:spPr>
          <a:xfrm>
            <a:off x="306925" y="1767226"/>
            <a:ext cx="115359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provides a centralized system that connects food donors, NGOs, volunteers, and administrators, making the redistribution process more organized.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Donors can add extra food details, while NGOs can view available donations and submit requests based on their requirements.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location-based matching helps identify nearby donors and volunteers, improving coordination and reducing unnecessary travel.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allows users and administrators to track donations, requests, volunteer assignments, and delivery status throughout the process.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makes food redistribution more efficient, reduces edible food wastage, and helps ensure available food reaches people in need.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45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162797E-207A-E6C3-9690-397B26C0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F3FBE309-41F6-C8AE-0C36-47920847F6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434BEA4D-F92E-0B88-11B5-00A74193A5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CAE7A133-DEFF-CD67-5D38-21D9BBAAC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AD2632-0F84-84DA-9107-CCD4C79E9A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102"/>
          <a:stretch>
            <a:fillRect/>
          </a:stretch>
        </p:blipFill>
        <p:spPr>
          <a:xfrm>
            <a:off x="7339584" y="1767226"/>
            <a:ext cx="4683760" cy="3414374"/>
          </a:xfrm>
          <a:prstGeom prst="rect">
            <a:avLst/>
          </a:prstGeom>
        </p:spPr>
      </p:pic>
      <p:sp>
        <p:nvSpPr>
          <p:cNvPr id="3" name="Google Shape;213;g3be5054b97e_3_230">
            <a:extLst>
              <a:ext uri="{FF2B5EF4-FFF2-40B4-BE49-F238E27FC236}">
                <a16:creationId xmlns:a16="http://schemas.microsoft.com/office/drawing/2014/main" id="{06E0F377-951D-91F1-0B45-E895962123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145" y="32291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CONCLUSION</a:t>
            </a:r>
          </a:p>
        </p:txBody>
      </p:sp>
      <p:sp>
        <p:nvSpPr>
          <p:cNvPr id="5" name="Google Shape;216;g3be5054b97e_3_230">
            <a:extLst>
              <a:ext uri="{FF2B5EF4-FFF2-40B4-BE49-F238E27FC236}">
                <a16:creationId xmlns:a16="http://schemas.microsoft.com/office/drawing/2014/main" id="{81FE7173-1F35-1F2E-CCCA-33C0A3F615EC}"/>
              </a:ext>
            </a:extLst>
          </p:cNvPr>
          <p:cNvSpPr txBox="1">
            <a:spLocks/>
          </p:cNvSpPr>
          <p:nvPr/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Google Shape;217;g3be5054b97e_3_230">
            <a:extLst>
              <a:ext uri="{FF2B5EF4-FFF2-40B4-BE49-F238E27FC236}">
                <a16:creationId xmlns:a16="http://schemas.microsoft.com/office/drawing/2014/main" id="{53F9BEB2-8FAA-5EB8-A4C5-705CB9AFBC7C}"/>
              </a:ext>
            </a:extLst>
          </p:cNvPr>
          <p:cNvSpPr txBox="1"/>
          <p:nvPr/>
        </p:nvSpPr>
        <p:spPr>
          <a:xfrm>
            <a:off x="306925" y="1767226"/>
            <a:ext cx="706923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platform provides a centralized solution for managing and redistributing surplus food.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connects donors, NGOs, volunteers, and administrators through a single system.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Location-based matching helps improve the efficiency of food collection and delivery.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better tracking and coordination throughout the donation process.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platform aims to reduce food wastage and support sustainable food redistribution.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2411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78315AC2-E06C-80C1-DD0E-607ABDDA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F44378D6-F4C3-9336-08F7-9FAD580AE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FCCDB375-1495-01CF-F04F-29E51D1BAA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4C0F1D44-53D3-8FB2-B873-67A90C3AED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Google Shape;213;g3be5054b97e_3_230">
            <a:extLst>
              <a:ext uri="{FF2B5EF4-FFF2-40B4-BE49-F238E27FC236}">
                <a16:creationId xmlns:a16="http://schemas.microsoft.com/office/drawing/2014/main" id="{33817193-BA32-D8B1-FE30-D3A9D1596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4905" y="356566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REFERENCES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Google Shape;216;g3be5054b97e_3_230">
            <a:extLst>
              <a:ext uri="{FF2B5EF4-FFF2-40B4-BE49-F238E27FC236}">
                <a16:creationId xmlns:a16="http://schemas.microsoft.com/office/drawing/2014/main" id="{90920306-8C46-048D-EF25-C261AF113A11}"/>
              </a:ext>
            </a:extLst>
          </p:cNvPr>
          <p:cNvSpPr txBox="1">
            <a:spLocks/>
          </p:cNvSpPr>
          <p:nvPr/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Google Shape;217;g3be5054b97e_3_230">
            <a:extLst>
              <a:ext uri="{FF2B5EF4-FFF2-40B4-BE49-F238E27FC236}">
                <a16:creationId xmlns:a16="http://schemas.microsoft.com/office/drawing/2014/main" id="{A4B51398-D4E9-8984-F6E5-D92DC1162752}"/>
              </a:ext>
            </a:extLst>
          </p:cNvPr>
          <p:cNvSpPr txBox="1"/>
          <p:nvPr/>
        </p:nvSpPr>
        <p:spPr>
          <a:xfrm>
            <a:off x="306925" y="1696106"/>
            <a:ext cx="115359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Murthy, A. Atul, R. Sharma, A. Kaul, C. S. Nithya, and S. Himabindu, "Digital Stage for Surplus Food Redistribution: Undertaking Food Waste Through Online Donations," in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SPARC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Agmapisarn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Seetha, and P.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Fakfare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"Optimizing Surplus Food Redistribution: Leveraging Digital Platforms to Advance Sustainable Consumption,"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Development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33, 2025.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Bhardwaj, R. Markan, H. J. Kaur, S. Garg, and V. Kumari, "Designing a Location-Based Mobile Platform to Redirect Surplus Food from Households and Restaurants to the Needy," in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5th Int. Conf. on ICT in Business, Industry and Government (ICTBIG)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Karanth, A. K.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Hemareddy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C. G. T., G. N., and H. V.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Magadum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"A Web-Based Food Donation and Redistribution Platform for Efficient Surplus Food Management,"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Computer Sciences and Engineering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13, no. 12, pp. 27–32, 2025.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den Broeder, L. Lazer, N.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Gisasola-Maiztegi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B. Ruggiero,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"Challenges, Coping Mechanisms, and Solutions in Food Redistribution Efforts at the City Level,"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 Sustainability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7, Art. no. 123, 2026.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8462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6F22D82-97AB-3C1D-900E-8179D10B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E0EC1DDC-A92E-A252-8392-34906D4F00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C8AF73DC-40C8-F8CC-AC28-F0AE43417B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58444D92-795E-7553-9EAE-438E6B5405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Google Shape;225;g3be5054b97e_3_240">
            <a:extLst>
              <a:ext uri="{FF2B5EF4-FFF2-40B4-BE49-F238E27FC236}">
                <a16:creationId xmlns:a16="http://schemas.microsoft.com/office/drawing/2014/main" id="{63E8E396-F025-EC70-9F32-E26F4EC70F85}"/>
              </a:ext>
            </a:extLst>
          </p:cNvPr>
          <p:cNvSpPr/>
          <p:nvPr/>
        </p:nvSpPr>
        <p:spPr>
          <a:xfrm>
            <a:off x="2476500" y="2828835"/>
            <a:ext cx="7239000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333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1324</Words>
  <Application>Microsoft Office PowerPoint</Application>
  <PresentationFormat>Widescreen</PresentationFormat>
  <Paragraphs>145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Office Theme</vt:lpstr>
      <vt:lpstr>Intelligent Food Redistribution and Waste Reduction Network </vt:lpstr>
      <vt:lpstr>ABSTRACT</vt:lpstr>
      <vt:lpstr>INTRODUCTION</vt:lpstr>
      <vt:lpstr>OBJECTIVES</vt:lpstr>
      <vt:lpstr>LITERATURE SURVEY</vt:lpstr>
      <vt:lpstr>PROBLEM STATEMENT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Rohan V</dc:creator>
  <cp:lastModifiedBy>Mandem Nandhini</cp:lastModifiedBy>
  <cp:revision>28</cp:revision>
  <dcterms:created xsi:type="dcterms:W3CDTF">2025-11-14T08:39:07Z</dcterms:created>
  <dcterms:modified xsi:type="dcterms:W3CDTF">2026-09-03T16:52:01Z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2025-11-14T00:00:00Z</vt:filetime>
  </property>
</Properties>
</file>